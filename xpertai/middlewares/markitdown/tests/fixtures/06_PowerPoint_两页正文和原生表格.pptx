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1e26718732432e" /><Relationship Type="http://schemas.openxmlformats.org/officeDocument/2006/relationships/extended-properties" Target="/docProps/app.xml" Id="R72fede18b0944e40" /><Relationship Type="http://schemas.openxmlformats.org/officeDocument/2006/relationships/officeDocument" Target="/ppt/presentation.xml" Id="Rb6beb4cc1c4d40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c9b1fe08c084f7c"/>
  </p:sldMasterIdLst>
  <p:notesMasterIdLst>
    <p:notesMasterId xmlns:r="http://schemas.openxmlformats.org/officeDocument/2006/relationships" r:id="R68fc4539d532459b"/>
  </p:notesMasterIdLst>
  <p:sldIdLst>
    <p:sldId xmlns:r="http://schemas.openxmlformats.org/officeDocument/2006/relationships" id="256" r:id="R7ac56796502a40c1"/>
    <p:sldId xmlns:r="http://schemas.openxmlformats.org/officeDocument/2006/relationships" id="257" r:id="Rfe966a050b36415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ee4a42f97424fb8" /><Relationship Type="http://schemas.openxmlformats.org/officeDocument/2006/relationships/slideMaster" Target="/ppt/slideMasters/slideMaster1.xml" Id="R3c9b1fe08c084f7c" /><Relationship Type="http://schemas.openxmlformats.org/officeDocument/2006/relationships/notesMaster" Target="/ppt/notesMasters/notesMaster1.xml" Id="R68fc4539d532459b" /><Relationship Type="http://schemas.openxmlformats.org/officeDocument/2006/relationships/presProps" Target="/ppt/presProps.xml" Id="R96168b5193664a84" /><Relationship Type="http://schemas.openxmlformats.org/officeDocument/2006/relationships/tableStyles" Target="/ppt/tableStyles.xml" Id="Rf8d1c936fd4a4add" /><Relationship Type="http://schemas.openxmlformats.org/officeDocument/2006/relationships/slide" Target="/ppt/slides/slide1.xml" Id="R7ac56796502a40c1" /><Relationship Type="http://schemas.openxmlformats.org/officeDocument/2006/relationships/slide" Target="/ppt/slides/slide2.xml" Id="Rfe966a050b3641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81fcaec62504e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a1784642c3413d" /><Relationship Type="http://schemas.openxmlformats.org/officeDocument/2006/relationships/notesMaster" Target="/ppt/notesMasters/notesMaster1.xml" Id="Rc864beed737340c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dd883ecbcca46bc" /><Relationship Type="http://schemas.openxmlformats.org/officeDocument/2006/relationships/notesMaster" Target="/ppt/notesMasters/notesMaster1.xml" Id="Rc3db75047ead41e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所有名称、日期和数值均为合成测试数据，用于文档解析验证。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所有名称、日期和数值均为合成测试数据，用于文档解析验证。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55afe46dd5444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1049472e2994e3a" /><Relationship Type="http://schemas.openxmlformats.org/officeDocument/2006/relationships/slideLayout" Target="/ppt/slideLayouts/slideLayout1.xml" Id="Rb048510a134248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048510a134248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a003a2575e435f" /><Relationship Type="http://schemas.openxmlformats.org/officeDocument/2006/relationships/notesSlide" Target="/ppt/notesSlides/notesSlide1.xml" Id="Rfbd72734f3b146e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2ca7a8003a402d" /><Relationship Type="http://schemas.openxmlformats.org/officeDocument/2006/relationships/notesSlide" Target="/ppt/notesSlides/notesSlide2.xml" Id="Rc6320df4f69c4bc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0F9BC-EAD9-4284-B206-7F2CE4CD2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枫桥演练安排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5BAD46-F79D-4E25-B421-AF9C2F7B5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1030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合成测试资料 / PPTX-R84 / 第 1 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87A3B3-01A1-4FCF-B2C8-25DC10AF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478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演练代号：枫桥-84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ABFC33-C39F-4231-AC02-A3C27AFD2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52650"/>
            <a:ext cx="9906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日期：2026-09-24</a:t>
            </a:r>
          </a:p>
          <a:p xmlns:a="http://schemas.openxmlformats.org/drawingml/2006/main">
            <a:pPr>
              <a:defRPr sz="21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开始时间：14:10</a:t>
            </a:r>
          </a:p>
          <a:p xmlns:a="http://schemas.openxmlformats.org/drawingml/2006/main">
            <a:pPr>
              <a:defRPr sz="21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集合地点：H 座 301 室</a:t>
            </a:r>
          </a:p>
          <a:p xmlns:a="http://schemas.openxmlformats.org/drawingml/2006/main">
            <a:pPr>
              <a:defRPr sz="21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参与人数：18 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9CFB7A-98A7-4079-B5D7-4D7210DC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先核对名单，再分发设备，最后进行操作演练。</a:t>
            </a:r>
          </a:p>
        </p:txBody>
      </p:sp>
    </p:spTree>
    <p:extLst>
      <p:ext uri="{BB962C8B-B14F-4D97-AF65-F5344CB8AC3E}">
        <p14:creationId xmlns:p14="http://schemas.microsoft.com/office/powerpoint/2010/main" val="11675086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08B785-44EB-4530-AE55-82BF350F5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分组与检查清单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7B92D0-2D50-48C3-AE4B-AB7B1207F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1030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合成测试资料 / PPTX-R84 / 第 2 页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66750" y="1600200"/>
          <a:ext xmlns:a="http://schemas.openxmlformats.org/drawingml/2006/main" cx="108585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6667500"/>
                <a:gridCol w="2095500"/>
              </a:tblGrid>
              <a:tr h="642938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组别</a:t>
                      </a:r>
                    </a:p>
                  </a:txBody>
                  <a:tcPr marL="91440" marR="91440" marT="45720" marB="45720"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任务</a:t>
                      </a:r>
                    </a:p>
                  </a:txBody>
                  <a:tcPr marL="91440" marR="91440" marT="45720" marB="45720"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人数</a:t>
                      </a:r>
                    </a:p>
                  </a:txBody>
                  <a:tcPr marL="91440" marR="91440" marT="45720" marB="45720">
                    <a:solidFill>
                      <a:srgbClr val="E8EDF2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甲组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检查电源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乙组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验证网络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丙组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整理记录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080737-99F6-427C-9729-F6039DC75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10668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总人数：18 人。</a:t>
            </a:r>
          </a:p>
          <a:p xmlns:a="http://schemas.openxmlformats.org/drawingml/2006/main">
            <a:pPr>
              <a:defRPr sz="20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演练结束后 30 分钟内提交记录。</a:t>
            </a:r>
          </a:p>
          <a:p xmlns:a="http://schemas.openxmlformats.org/drawingml/2006/main">
            <a:pPr>
              <a:defRPr sz="20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核对标记：SLIDE2-END-584。</a:t>
            </a:r>
          </a:p>
        </p:txBody>
      </p:sp>
    </p:spTree>
    <p:extLst>
      <p:ext uri="{BB962C8B-B14F-4D97-AF65-F5344CB8AC3E}">
        <p14:creationId xmlns:p14="http://schemas.microsoft.com/office/powerpoint/2010/main" val="7801708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2026-09-14T03:32:50.2420000Z</dcterms:created>
  <dcterms:modified xsi:type="dcterms:W3CDTF">2026-09-14T03:32:50.2420000Z</dcterms:modified>
</coreProperties>
</file>